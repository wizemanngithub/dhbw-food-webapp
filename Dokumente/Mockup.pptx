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17"/>
  </p:normalViewPr>
  <p:slideViewPr>
    <p:cSldViewPr snapToGrid="0">
      <p:cViewPr>
        <p:scale>
          <a:sx n="113" d="100"/>
          <a:sy n="113" d="100"/>
        </p:scale>
        <p:origin x="71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A81C9-32D0-4977-4229-9260ED405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EE4FEF1-1246-0424-ADB6-0226228F7A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75F893-7009-D71B-EB6A-4F5B08C5B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848C62-2A3F-AE00-C15C-EA2AB4C01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276D51-9C13-106F-1716-DE8E63B15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944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59F4E1-A146-515E-B1E0-3E4827299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3CE5A8-B88C-7B82-ACDB-9E61A4DC1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2FF62D-6A7C-8C47-657F-850FE6C12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B9EFFE-5DFE-E298-92D1-E1D22C3B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74AFD4-A6D6-8EDC-B93C-92102DA6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8238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11296-4058-A01F-D848-B8E9DDB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DD8A43-838C-4DFE-FBED-13FFD6F184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5859C5-6A19-8118-D5C8-4A205891F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51E2F7-B445-A0E5-BFCD-824CFE3E7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C86737-BE7B-8606-1152-3C4DD98CA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01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389925-9DB9-BCF0-0087-2E6A9AF99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E5E842-AEA3-1EAE-9004-CB01D452A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9D3686C-3C16-095D-6A57-48DCF029C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102188A-DBC4-8B83-A68E-4557D5CF0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3556CA-D4BB-2C16-3A5A-27995D6B5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5C02972-984A-D6C6-7188-C104CEFC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4236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D8FA3E-9E52-2DB5-D163-D1A655FB7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F292F83-E743-CEEB-2ACC-6830A1DBE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3B2FE18-5422-5B4D-7C9A-EB5F37950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943639E-CD2A-60C3-839A-D604CA1B7B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A4D404-697F-0431-BC48-6C917FDBC2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CFE32C6-2C23-6DDB-F0FB-7A25942F6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03BB2E4-4B97-A7CA-1AC9-2E9EF945E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E10BE59-A821-A9A6-7D89-4DB794AF3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4588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3D9F1C-00E6-3151-47A3-AB6DE62E1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9F4057A-0D6A-34F1-948E-C9E624084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40DD57-05B6-790D-95C3-4B7262920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F888D1-A56D-7F7D-203C-72D5C51ED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06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1066FE8-9F85-C358-56BA-563167873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E8B632C-F570-643A-5165-CED7C87D3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1E3081-B0A6-2B8A-33E5-F63884AC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8759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B36CB7-F6EC-75B4-603E-542363B7C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5E02B6-FBEA-AEC4-94B1-2A5BCBD4F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94973DE-BF3D-9F22-2ABE-EBBCD8D1D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EAF3F61-303F-E7D6-208D-D78B0E627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9774ECB-85D4-2329-B826-4F73D65C4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EDA74C6-9287-5CD7-FC4D-4A8CC58A2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24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BC3CA-B9BC-9B99-4C00-14856249E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A484342-E730-E23C-0C2C-AAF4A94B53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1F42E2E-58FA-AA7D-65C6-5B2D3526B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AA9563-B25F-8E87-5FA6-1F51EDBB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606BC9-57D8-7D26-9112-19250F90E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304996-DCDE-43EF-C650-4057CB12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32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B97EBB-08C6-7FB3-2973-8EBCB01F2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8C0FC4-AF5F-EFEC-89A3-4AEAEF410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3EC4E5-F11D-9B99-5B1C-7B9257B2C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C7FB18-90CA-F18E-53AA-BCFB64AD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BA3CA1-5949-D4F0-99DC-52CBD2E12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1564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CE68105-E44B-CAD4-B0D2-D0E387FBD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34CBF50-4A3D-E336-E4AB-D80F53CD88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6CB3FB-1E64-A759-7559-120F8CAC1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288762-C105-FD59-1179-EAC72FF28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E5854-CB69-8FCF-C66E-8010FDD1C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861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4882410-EADB-D1E8-6F3D-550E3E43C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4FAAE9-9F85-7DD8-6A70-23FF026AA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430330-EE3F-D785-8B2A-E0F968463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1B1E92-66C2-1545-90E8-19E1ED55BDC4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8932E5-B4D0-24A0-1F24-06B2503FA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70ED9C-F13A-A206-13DD-0F961BD59D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AC1930-92DD-D94E-A3F9-5C04231737A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546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9368117-9E2C-07DA-103B-25777E74782A}"/>
              </a:ext>
            </a:extLst>
          </p:cNvPr>
          <p:cNvSpPr txBox="1"/>
          <p:nvPr/>
        </p:nvSpPr>
        <p:spPr>
          <a:xfrm>
            <a:off x="7685159" y="846666"/>
            <a:ext cx="11314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Bewertung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86696D9-3E6A-1B57-4F13-49DAF3A3E292}"/>
              </a:ext>
            </a:extLst>
          </p:cNvPr>
          <p:cNvSpPr txBox="1"/>
          <p:nvPr/>
        </p:nvSpPr>
        <p:spPr>
          <a:xfrm>
            <a:off x="8816623" y="846666"/>
            <a:ext cx="896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Ranking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4982918-561F-13D2-B2EF-90DA94ACAFB2}"/>
              </a:ext>
            </a:extLst>
          </p:cNvPr>
          <p:cNvSpPr txBox="1"/>
          <p:nvPr/>
        </p:nvSpPr>
        <p:spPr>
          <a:xfrm>
            <a:off x="9679360" y="846666"/>
            <a:ext cx="11647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Vorschläge</a:t>
            </a:r>
          </a:p>
        </p:txBody>
      </p:sp>
      <p:sp>
        <p:nvSpPr>
          <p:cNvPr id="10" name="Rahmen 9">
            <a:extLst>
              <a:ext uri="{FF2B5EF4-FFF2-40B4-BE49-F238E27FC236}">
                <a16:creationId xmlns:a16="http://schemas.microsoft.com/office/drawing/2014/main" id="{FD9F068A-7674-7F34-8926-14F33060FE2B}"/>
              </a:ext>
            </a:extLst>
          </p:cNvPr>
          <p:cNvSpPr/>
          <p:nvPr/>
        </p:nvSpPr>
        <p:spPr>
          <a:xfrm>
            <a:off x="7574843" y="745067"/>
            <a:ext cx="3397957" cy="575733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1A94672-58D3-B655-BAD0-863ADF5F55C7}"/>
              </a:ext>
            </a:extLst>
          </p:cNvPr>
          <p:cNvSpPr txBox="1"/>
          <p:nvPr/>
        </p:nvSpPr>
        <p:spPr>
          <a:xfrm>
            <a:off x="1219200" y="846666"/>
            <a:ext cx="183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DHBW Food App</a:t>
            </a:r>
          </a:p>
        </p:txBody>
      </p:sp>
      <p:sp>
        <p:nvSpPr>
          <p:cNvPr id="12" name="Rahmen 11">
            <a:extLst>
              <a:ext uri="{FF2B5EF4-FFF2-40B4-BE49-F238E27FC236}">
                <a16:creationId xmlns:a16="http://schemas.microsoft.com/office/drawing/2014/main" id="{2728C6DB-D1C7-6E69-1953-CBDA7B552829}"/>
              </a:ext>
            </a:extLst>
          </p:cNvPr>
          <p:cNvSpPr/>
          <p:nvPr/>
        </p:nvSpPr>
        <p:spPr>
          <a:xfrm>
            <a:off x="1055510" y="745067"/>
            <a:ext cx="2092389" cy="575733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A7514CF-EC90-AF02-6EF4-5BDD7D3C3058}"/>
              </a:ext>
            </a:extLst>
          </p:cNvPr>
          <p:cNvSpPr txBox="1"/>
          <p:nvPr/>
        </p:nvSpPr>
        <p:spPr>
          <a:xfrm>
            <a:off x="4229663" y="1603022"/>
            <a:ext cx="2795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Gerichte Bewerten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51E356F-B347-657D-DE3A-9B87CAAE0AF0}"/>
              </a:ext>
            </a:extLst>
          </p:cNvPr>
          <p:cNvSpPr txBox="1"/>
          <p:nvPr/>
        </p:nvSpPr>
        <p:spPr>
          <a:xfrm>
            <a:off x="5141130" y="2064687"/>
            <a:ext cx="972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Datum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0982565-D180-B51C-8697-A9E557C804D1}"/>
              </a:ext>
            </a:extLst>
          </p:cNvPr>
          <p:cNvSpPr txBox="1"/>
          <p:nvPr/>
        </p:nvSpPr>
        <p:spPr>
          <a:xfrm>
            <a:off x="4746019" y="2464797"/>
            <a:ext cx="19376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Mensaauswahl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F074CA1-FAF0-EE0A-BA49-90FB96B7EC96}"/>
              </a:ext>
            </a:extLst>
          </p:cNvPr>
          <p:cNvSpPr txBox="1"/>
          <p:nvPr/>
        </p:nvSpPr>
        <p:spPr>
          <a:xfrm>
            <a:off x="3298326" y="3172922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1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7D4F56E-25D7-D8E2-2411-97B17C9E5B64}"/>
              </a:ext>
            </a:extLst>
          </p:cNvPr>
          <p:cNvSpPr txBox="1"/>
          <p:nvPr/>
        </p:nvSpPr>
        <p:spPr>
          <a:xfrm>
            <a:off x="5054361" y="3181206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2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E3A8B96-8CAB-EE93-F419-2547E9CD5B3F}"/>
              </a:ext>
            </a:extLst>
          </p:cNvPr>
          <p:cNvSpPr txBox="1"/>
          <p:nvPr/>
        </p:nvSpPr>
        <p:spPr>
          <a:xfrm>
            <a:off x="6911464" y="3181206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3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23" name="Rahmen 22">
            <a:extLst>
              <a:ext uri="{FF2B5EF4-FFF2-40B4-BE49-F238E27FC236}">
                <a16:creationId xmlns:a16="http://schemas.microsoft.com/office/drawing/2014/main" id="{8811E257-5CF3-2F9D-7079-8473B46DDA9C}"/>
              </a:ext>
            </a:extLst>
          </p:cNvPr>
          <p:cNvSpPr/>
          <p:nvPr/>
        </p:nvSpPr>
        <p:spPr>
          <a:xfrm>
            <a:off x="3281765" y="3072348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Rahmen 23">
            <a:extLst>
              <a:ext uri="{FF2B5EF4-FFF2-40B4-BE49-F238E27FC236}">
                <a16:creationId xmlns:a16="http://schemas.microsoft.com/office/drawing/2014/main" id="{DFD66215-A478-9382-58B7-1C787A952663}"/>
              </a:ext>
            </a:extLst>
          </p:cNvPr>
          <p:cNvSpPr/>
          <p:nvPr/>
        </p:nvSpPr>
        <p:spPr>
          <a:xfrm>
            <a:off x="5046080" y="3072348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25" name="Rahmen 24">
            <a:extLst>
              <a:ext uri="{FF2B5EF4-FFF2-40B4-BE49-F238E27FC236}">
                <a16:creationId xmlns:a16="http://schemas.microsoft.com/office/drawing/2014/main" id="{22DD7F40-6C62-6FB5-8E1E-0A24C2C20460}"/>
              </a:ext>
            </a:extLst>
          </p:cNvPr>
          <p:cNvSpPr/>
          <p:nvPr/>
        </p:nvSpPr>
        <p:spPr>
          <a:xfrm>
            <a:off x="6911464" y="3072348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3EBFF14-1E6F-BFEA-C584-44E4A35EF35C}"/>
              </a:ext>
            </a:extLst>
          </p:cNvPr>
          <p:cNvSpPr txBox="1"/>
          <p:nvPr/>
        </p:nvSpPr>
        <p:spPr>
          <a:xfrm>
            <a:off x="5299952" y="5652071"/>
            <a:ext cx="829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Footer</a:t>
            </a:r>
          </a:p>
        </p:txBody>
      </p:sp>
      <p:sp>
        <p:nvSpPr>
          <p:cNvPr id="27" name="Rahmen 26">
            <a:extLst>
              <a:ext uri="{FF2B5EF4-FFF2-40B4-BE49-F238E27FC236}">
                <a16:creationId xmlns:a16="http://schemas.microsoft.com/office/drawing/2014/main" id="{D8C3CCA4-02E4-5AEC-1302-C88B2FC00ED7}"/>
              </a:ext>
            </a:extLst>
          </p:cNvPr>
          <p:cNvSpPr/>
          <p:nvPr/>
        </p:nvSpPr>
        <p:spPr>
          <a:xfrm>
            <a:off x="1055510" y="5436627"/>
            <a:ext cx="9917290" cy="722489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4C1C491-1D1C-20DF-13CE-968048383624}"/>
              </a:ext>
            </a:extLst>
          </p:cNvPr>
          <p:cNvSpPr txBox="1"/>
          <p:nvPr/>
        </p:nvSpPr>
        <p:spPr>
          <a:xfrm>
            <a:off x="3298326" y="4038728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4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E94EB193-BA47-5375-AA2D-C9FCC40825B2}"/>
              </a:ext>
            </a:extLst>
          </p:cNvPr>
          <p:cNvSpPr txBox="1"/>
          <p:nvPr/>
        </p:nvSpPr>
        <p:spPr>
          <a:xfrm>
            <a:off x="5054361" y="4047012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5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79AE9BC7-5701-CC88-9196-2C5CFD0867DB}"/>
              </a:ext>
            </a:extLst>
          </p:cNvPr>
          <p:cNvSpPr txBox="1"/>
          <p:nvPr/>
        </p:nvSpPr>
        <p:spPr>
          <a:xfrm>
            <a:off x="6911464" y="4047012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6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31" name="Rahmen 30">
            <a:extLst>
              <a:ext uri="{FF2B5EF4-FFF2-40B4-BE49-F238E27FC236}">
                <a16:creationId xmlns:a16="http://schemas.microsoft.com/office/drawing/2014/main" id="{1F5DBE94-EE17-253A-F32D-10D5A6D37F18}"/>
              </a:ext>
            </a:extLst>
          </p:cNvPr>
          <p:cNvSpPr/>
          <p:nvPr/>
        </p:nvSpPr>
        <p:spPr>
          <a:xfrm>
            <a:off x="3281765" y="3938154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32" name="Rahmen 31">
            <a:extLst>
              <a:ext uri="{FF2B5EF4-FFF2-40B4-BE49-F238E27FC236}">
                <a16:creationId xmlns:a16="http://schemas.microsoft.com/office/drawing/2014/main" id="{1BAFAFDA-C5D9-E52C-5438-C539A41AD3F0}"/>
              </a:ext>
            </a:extLst>
          </p:cNvPr>
          <p:cNvSpPr/>
          <p:nvPr/>
        </p:nvSpPr>
        <p:spPr>
          <a:xfrm>
            <a:off x="5046080" y="3938154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3" name="Rahmen 32">
            <a:extLst>
              <a:ext uri="{FF2B5EF4-FFF2-40B4-BE49-F238E27FC236}">
                <a16:creationId xmlns:a16="http://schemas.microsoft.com/office/drawing/2014/main" id="{2DA1212E-D4A2-FD80-B7F1-31A0AD248526}"/>
              </a:ext>
            </a:extLst>
          </p:cNvPr>
          <p:cNvSpPr/>
          <p:nvPr/>
        </p:nvSpPr>
        <p:spPr>
          <a:xfrm>
            <a:off x="6911464" y="3938154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581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7125-9430-DFFE-9F98-16D013B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666A4B1A-1672-5578-2B74-2B7B66BE6929}"/>
              </a:ext>
            </a:extLst>
          </p:cNvPr>
          <p:cNvSpPr txBox="1"/>
          <p:nvPr/>
        </p:nvSpPr>
        <p:spPr>
          <a:xfrm>
            <a:off x="7685159" y="846666"/>
            <a:ext cx="11314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Bewertung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8AD7419-6677-EEFB-B144-5CCC20EB38F9}"/>
              </a:ext>
            </a:extLst>
          </p:cNvPr>
          <p:cNvSpPr txBox="1"/>
          <p:nvPr/>
        </p:nvSpPr>
        <p:spPr>
          <a:xfrm>
            <a:off x="8816623" y="846666"/>
            <a:ext cx="896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Ranking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A14CC50-A8E7-6C3A-C4EC-8C2CA2B62A6F}"/>
              </a:ext>
            </a:extLst>
          </p:cNvPr>
          <p:cNvSpPr txBox="1"/>
          <p:nvPr/>
        </p:nvSpPr>
        <p:spPr>
          <a:xfrm>
            <a:off x="9679360" y="846666"/>
            <a:ext cx="11647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Vorschläge</a:t>
            </a:r>
          </a:p>
        </p:txBody>
      </p:sp>
      <p:sp>
        <p:nvSpPr>
          <p:cNvPr id="10" name="Rahmen 9">
            <a:extLst>
              <a:ext uri="{FF2B5EF4-FFF2-40B4-BE49-F238E27FC236}">
                <a16:creationId xmlns:a16="http://schemas.microsoft.com/office/drawing/2014/main" id="{01EA1A15-4863-95A8-4BB5-239F60DA20FC}"/>
              </a:ext>
            </a:extLst>
          </p:cNvPr>
          <p:cNvSpPr/>
          <p:nvPr/>
        </p:nvSpPr>
        <p:spPr>
          <a:xfrm>
            <a:off x="7574843" y="745067"/>
            <a:ext cx="3397957" cy="575733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EB17510-58C1-3EAF-F60B-E13F599F9BBE}"/>
              </a:ext>
            </a:extLst>
          </p:cNvPr>
          <p:cNvSpPr txBox="1"/>
          <p:nvPr/>
        </p:nvSpPr>
        <p:spPr>
          <a:xfrm>
            <a:off x="1219200" y="846666"/>
            <a:ext cx="183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DHBW Food App</a:t>
            </a:r>
          </a:p>
        </p:txBody>
      </p:sp>
      <p:sp>
        <p:nvSpPr>
          <p:cNvPr id="12" name="Rahmen 11">
            <a:extLst>
              <a:ext uri="{FF2B5EF4-FFF2-40B4-BE49-F238E27FC236}">
                <a16:creationId xmlns:a16="http://schemas.microsoft.com/office/drawing/2014/main" id="{958A7489-EB8E-4010-AFD0-6898506BB83F}"/>
              </a:ext>
            </a:extLst>
          </p:cNvPr>
          <p:cNvSpPr/>
          <p:nvPr/>
        </p:nvSpPr>
        <p:spPr>
          <a:xfrm>
            <a:off x="1055510" y="745067"/>
            <a:ext cx="2092389" cy="575733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985335B-36D7-3954-1330-8708507E3996}"/>
              </a:ext>
            </a:extLst>
          </p:cNvPr>
          <p:cNvSpPr txBox="1"/>
          <p:nvPr/>
        </p:nvSpPr>
        <p:spPr>
          <a:xfrm>
            <a:off x="4971083" y="1512711"/>
            <a:ext cx="13125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Ranking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9FE5BFF-9A0C-635F-870F-8B2BC07EEF9E}"/>
              </a:ext>
            </a:extLst>
          </p:cNvPr>
          <p:cNvSpPr txBox="1"/>
          <p:nvPr/>
        </p:nvSpPr>
        <p:spPr>
          <a:xfrm>
            <a:off x="4781287" y="1995774"/>
            <a:ext cx="16921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Top-Gerichte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C436F54-F32B-D962-9E8A-DACC5BBF905A}"/>
              </a:ext>
            </a:extLst>
          </p:cNvPr>
          <p:cNvSpPr txBox="1"/>
          <p:nvPr/>
        </p:nvSpPr>
        <p:spPr>
          <a:xfrm>
            <a:off x="4974654" y="2754671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1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085F0A-8018-6A8B-1210-38D459A09E3E}"/>
              </a:ext>
            </a:extLst>
          </p:cNvPr>
          <p:cNvSpPr txBox="1"/>
          <p:nvPr/>
        </p:nvSpPr>
        <p:spPr>
          <a:xfrm>
            <a:off x="4958093" y="3721486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2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48E9D59-687E-FADB-3461-2324F9EF5B70}"/>
              </a:ext>
            </a:extLst>
          </p:cNvPr>
          <p:cNvSpPr txBox="1"/>
          <p:nvPr/>
        </p:nvSpPr>
        <p:spPr>
          <a:xfrm>
            <a:off x="4966374" y="4680017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3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5" name="Rahmen 4">
            <a:extLst>
              <a:ext uri="{FF2B5EF4-FFF2-40B4-BE49-F238E27FC236}">
                <a16:creationId xmlns:a16="http://schemas.microsoft.com/office/drawing/2014/main" id="{C69A878F-2346-F607-5720-B6B3D9623115}"/>
              </a:ext>
            </a:extLst>
          </p:cNvPr>
          <p:cNvSpPr/>
          <p:nvPr/>
        </p:nvSpPr>
        <p:spPr>
          <a:xfrm>
            <a:off x="4958093" y="2654097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6" name="Rahmen 5">
            <a:extLst>
              <a:ext uri="{FF2B5EF4-FFF2-40B4-BE49-F238E27FC236}">
                <a16:creationId xmlns:a16="http://schemas.microsoft.com/office/drawing/2014/main" id="{ACC3ECC9-8EED-33ED-EF35-B23FFDBB693E}"/>
              </a:ext>
            </a:extLst>
          </p:cNvPr>
          <p:cNvSpPr/>
          <p:nvPr/>
        </p:nvSpPr>
        <p:spPr>
          <a:xfrm>
            <a:off x="4949812" y="3612628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4" name="Rahmen 13">
            <a:extLst>
              <a:ext uri="{FF2B5EF4-FFF2-40B4-BE49-F238E27FC236}">
                <a16:creationId xmlns:a16="http://schemas.microsoft.com/office/drawing/2014/main" id="{23DBEFF9-3BD0-B0A8-0E4C-9B7AD821B835}"/>
              </a:ext>
            </a:extLst>
          </p:cNvPr>
          <p:cNvSpPr/>
          <p:nvPr/>
        </p:nvSpPr>
        <p:spPr>
          <a:xfrm>
            <a:off x="4966374" y="4571159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83A35BD-74D0-3456-0471-2437BAE7FCEA}"/>
              </a:ext>
            </a:extLst>
          </p:cNvPr>
          <p:cNvSpPr txBox="1"/>
          <p:nvPr/>
        </p:nvSpPr>
        <p:spPr>
          <a:xfrm>
            <a:off x="5299952" y="5835445"/>
            <a:ext cx="829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Footer</a:t>
            </a:r>
          </a:p>
        </p:txBody>
      </p:sp>
      <p:sp>
        <p:nvSpPr>
          <p:cNvPr id="20" name="Rahmen 19">
            <a:extLst>
              <a:ext uri="{FF2B5EF4-FFF2-40B4-BE49-F238E27FC236}">
                <a16:creationId xmlns:a16="http://schemas.microsoft.com/office/drawing/2014/main" id="{2DAD356E-7AB6-4511-FA26-CE1F70E2E6AA}"/>
              </a:ext>
            </a:extLst>
          </p:cNvPr>
          <p:cNvSpPr/>
          <p:nvPr/>
        </p:nvSpPr>
        <p:spPr>
          <a:xfrm>
            <a:off x="1055510" y="5620001"/>
            <a:ext cx="9917290" cy="722489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7738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98B2C-3DBF-583E-A569-AC913291D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06B652C0-C4BC-C2F3-447B-7B9BCCF88B0B}"/>
              </a:ext>
            </a:extLst>
          </p:cNvPr>
          <p:cNvSpPr txBox="1"/>
          <p:nvPr/>
        </p:nvSpPr>
        <p:spPr>
          <a:xfrm>
            <a:off x="7685159" y="846666"/>
            <a:ext cx="11314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Bewertung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F365B96-A013-8B27-0DAF-64FE33559AFA}"/>
              </a:ext>
            </a:extLst>
          </p:cNvPr>
          <p:cNvSpPr txBox="1"/>
          <p:nvPr/>
        </p:nvSpPr>
        <p:spPr>
          <a:xfrm>
            <a:off x="8816623" y="846666"/>
            <a:ext cx="896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Ranking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18DD8DD-EBF5-2971-EE5E-1C88886A4EC0}"/>
              </a:ext>
            </a:extLst>
          </p:cNvPr>
          <p:cNvSpPr txBox="1"/>
          <p:nvPr/>
        </p:nvSpPr>
        <p:spPr>
          <a:xfrm>
            <a:off x="9679360" y="846666"/>
            <a:ext cx="11647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Vorschläge</a:t>
            </a:r>
          </a:p>
        </p:txBody>
      </p:sp>
      <p:sp>
        <p:nvSpPr>
          <p:cNvPr id="10" name="Rahmen 9">
            <a:extLst>
              <a:ext uri="{FF2B5EF4-FFF2-40B4-BE49-F238E27FC236}">
                <a16:creationId xmlns:a16="http://schemas.microsoft.com/office/drawing/2014/main" id="{AD9F46C8-560B-448D-EF17-F8758E85C321}"/>
              </a:ext>
            </a:extLst>
          </p:cNvPr>
          <p:cNvSpPr/>
          <p:nvPr/>
        </p:nvSpPr>
        <p:spPr>
          <a:xfrm>
            <a:off x="7574843" y="745067"/>
            <a:ext cx="3397957" cy="575733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69A34A8-FC99-807C-FCF0-D5CA698C9F81}"/>
              </a:ext>
            </a:extLst>
          </p:cNvPr>
          <p:cNvSpPr txBox="1"/>
          <p:nvPr/>
        </p:nvSpPr>
        <p:spPr>
          <a:xfrm>
            <a:off x="1219200" y="846666"/>
            <a:ext cx="183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DHBW Food App</a:t>
            </a:r>
          </a:p>
        </p:txBody>
      </p:sp>
      <p:sp>
        <p:nvSpPr>
          <p:cNvPr id="12" name="Rahmen 11">
            <a:extLst>
              <a:ext uri="{FF2B5EF4-FFF2-40B4-BE49-F238E27FC236}">
                <a16:creationId xmlns:a16="http://schemas.microsoft.com/office/drawing/2014/main" id="{E4BD439C-66B8-936E-4EFA-34C6AB00E55B}"/>
              </a:ext>
            </a:extLst>
          </p:cNvPr>
          <p:cNvSpPr/>
          <p:nvPr/>
        </p:nvSpPr>
        <p:spPr>
          <a:xfrm>
            <a:off x="1055510" y="745067"/>
            <a:ext cx="2092389" cy="575733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4178DDB-9403-D6A3-230B-5E465118B92E}"/>
              </a:ext>
            </a:extLst>
          </p:cNvPr>
          <p:cNvSpPr txBox="1"/>
          <p:nvPr/>
        </p:nvSpPr>
        <p:spPr>
          <a:xfrm>
            <a:off x="4846046" y="1633800"/>
            <a:ext cx="17375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Vorschläge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E2FE9FA-44E9-B35C-D69F-A07BBD2C7D24}"/>
              </a:ext>
            </a:extLst>
          </p:cNvPr>
          <p:cNvSpPr txBox="1"/>
          <p:nvPr/>
        </p:nvSpPr>
        <p:spPr>
          <a:xfrm>
            <a:off x="5299952" y="5835445"/>
            <a:ext cx="829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Footer</a:t>
            </a:r>
          </a:p>
        </p:txBody>
      </p:sp>
      <p:sp>
        <p:nvSpPr>
          <p:cNvPr id="3" name="Rahmen 2">
            <a:extLst>
              <a:ext uri="{FF2B5EF4-FFF2-40B4-BE49-F238E27FC236}">
                <a16:creationId xmlns:a16="http://schemas.microsoft.com/office/drawing/2014/main" id="{0B4222E8-CEBE-87AF-EBE2-B893EDB83421}"/>
              </a:ext>
            </a:extLst>
          </p:cNvPr>
          <p:cNvSpPr/>
          <p:nvPr/>
        </p:nvSpPr>
        <p:spPr>
          <a:xfrm>
            <a:off x="1055510" y="5620001"/>
            <a:ext cx="9917290" cy="722489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601D6A3-3050-EC4A-FBA8-52F7BA9936A0}"/>
              </a:ext>
            </a:extLst>
          </p:cNvPr>
          <p:cNvSpPr txBox="1"/>
          <p:nvPr/>
        </p:nvSpPr>
        <p:spPr>
          <a:xfrm>
            <a:off x="1229958" y="2690336"/>
            <a:ext cx="303724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Neuen Vorschlag einreichen:</a:t>
            </a:r>
          </a:p>
          <a:p>
            <a:r>
              <a:rPr lang="de-DE" dirty="0"/>
              <a:t>Gerichtnamen: ______</a:t>
            </a:r>
          </a:p>
          <a:p>
            <a:r>
              <a:rPr lang="de-DE" dirty="0"/>
              <a:t>Kategorie: ______</a:t>
            </a:r>
          </a:p>
          <a:p>
            <a:r>
              <a:rPr lang="de-DE" dirty="0"/>
              <a:t>Beschreibung: _____</a:t>
            </a:r>
          </a:p>
          <a:p>
            <a:r>
              <a:rPr lang="de-DE" dirty="0"/>
              <a:t>Warum?: _____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BC5561F-1873-2174-F77A-1D442F1DA0F7}"/>
              </a:ext>
            </a:extLst>
          </p:cNvPr>
          <p:cNvSpPr txBox="1"/>
          <p:nvPr/>
        </p:nvSpPr>
        <p:spPr>
          <a:xfrm>
            <a:off x="1219200" y="4167665"/>
            <a:ext cx="150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b="1" dirty="0">
                <a:solidFill>
                  <a:srgbClr val="FF0000"/>
                </a:solidFill>
              </a:rPr>
              <a:t>einreichen</a:t>
            </a:r>
            <a:endParaRPr lang="de-DE" dirty="0"/>
          </a:p>
        </p:txBody>
      </p:sp>
      <p:sp>
        <p:nvSpPr>
          <p:cNvPr id="14" name="Rahmen 13">
            <a:extLst>
              <a:ext uri="{FF2B5EF4-FFF2-40B4-BE49-F238E27FC236}">
                <a16:creationId xmlns:a16="http://schemas.microsoft.com/office/drawing/2014/main" id="{794B7333-8637-041E-EF9F-496DE74208AD}"/>
              </a:ext>
            </a:extLst>
          </p:cNvPr>
          <p:cNvSpPr/>
          <p:nvPr/>
        </p:nvSpPr>
        <p:spPr>
          <a:xfrm>
            <a:off x="1229959" y="4167665"/>
            <a:ext cx="1343378" cy="36933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5C55CFD-8490-BA5A-156A-B6865B62FCD2}"/>
              </a:ext>
            </a:extLst>
          </p:cNvPr>
          <p:cNvSpPr txBox="1"/>
          <p:nvPr/>
        </p:nvSpPr>
        <p:spPr>
          <a:xfrm>
            <a:off x="6299200" y="2551289"/>
            <a:ext cx="376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Bisherige Vorschläge/In Umsetzung:</a:t>
            </a:r>
          </a:p>
          <a:p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92B8318-FBB3-F62C-A750-CEBBCA50CB6C}"/>
              </a:ext>
            </a:extLst>
          </p:cNvPr>
          <p:cNvSpPr txBox="1"/>
          <p:nvPr/>
        </p:nvSpPr>
        <p:spPr>
          <a:xfrm>
            <a:off x="6464428" y="3084232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1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26" name="Rahmen 25">
            <a:extLst>
              <a:ext uri="{FF2B5EF4-FFF2-40B4-BE49-F238E27FC236}">
                <a16:creationId xmlns:a16="http://schemas.microsoft.com/office/drawing/2014/main" id="{6A7A10AF-E63D-0E7C-BC04-724BE3C2EA91}"/>
              </a:ext>
            </a:extLst>
          </p:cNvPr>
          <p:cNvSpPr/>
          <p:nvPr/>
        </p:nvSpPr>
        <p:spPr>
          <a:xfrm>
            <a:off x="6447867" y="2983658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6716CEC-DD6F-875B-5820-C53A6F6CF425}"/>
              </a:ext>
            </a:extLst>
          </p:cNvPr>
          <p:cNvSpPr txBox="1"/>
          <p:nvPr/>
        </p:nvSpPr>
        <p:spPr>
          <a:xfrm>
            <a:off x="8201976" y="3076363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2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28" name="Rahmen 27">
            <a:extLst>
              <a:ext uri="{FF2B5EF4-FFF2-40B4-BE49-F238E27FC236}">
                <a16:creationId xmlns:a16="http://schemas.microsoft.com/office/drawing/2014/main" id="{97BCD25D-DD18-C93A-67FD-D7C874DEE576}"/>
              </a:ext>
            </a:extLst>
          </p:cNvPr>
          <p:cNvSpPr/>
          <p:nvPr/>
        </p:nvSpPr>
        <p:spPr>
          <a:xfrm>
            <a:off x="8185415" y="2975789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8FC9B535-9AE6-2DB7-A7AC-DC1E37E98DAA}"/>
              </a:ext>
            </a:extLst>
          </p:cNvPr>
          <p:cNvSpPr txBox="1"/>
          <p:nvPr/>
        </p:nvSpPr>
        <p:spPr>
          <a:xfrm>
            <a:off x="6451201" y="3869398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3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30" name="Rahmen 29">
            <a:extLst>
              <a:ext uri="{FF2B5EF4-FFF2-40B4-BE49-F238E27FC236}">
                <a16:creationId xmlns:a16="http://schemas.microsoft.com/office/drawing/2014/main" id="{B8358D90-2D5D-9482-A29A-366F35DBF5C3}"/>
              </a:ext>
            </a:extLst>
          </p:cNvPr>
          <p:cNvSpPr/>
          <p:nvPr/>
        </p:nvSpPr>
        <p:spPr>
          <a:xfrm>
            <a:off x="6434640" y="3768824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E895BB6-1ADC-0082-0E6B-3CB52A838336}"/>
              </a:ext>
            </a:extLst>
          </p:cNvPr>
          <p:cNvSpPr txBox="1"/>
          <p:nvPr/>
        </p:nvSpPr>
        <p:spPr>
          <a:xfrm>
            <a:off x="8218537" y="3851028"/>
            <a:ext cx="12458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Gericht 4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bewerten</a:t>
            </a:r>
          </a:p>
        </p:txBody>
      </p:sp>
      <p:sp>
        <p:nvSpPr>
          <p:cNvPr id="32" name="Rahmen 31">
            <a:extLst>
              <a:ext uri="{FF2B5EF4-FFF2-40B4-BE49-F238E27FC236}">
                <a16:creationId xmlns:a16="http://schemas.microsoft.com/office/drawing/2014/main" id="{24D39213-6682-5D74-B007-0EB6794AD09A}"/>
              </a:ext>
            </a:extLst>
          </p:cNvPr>
          <p:cNvSpPr/>
          <p:nvPr/>
        </p:nvSpPr>
        <p:spPr>
          <a:xfrm>
            <a:off x="8201976" y="3750454"/>
            <a:ext cx="1262416" cy="68459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358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Microsoft Macintosh PowerPoint</Application>
  <PresentationFormat>Breitbild</PresentationFormat>
  <Paragraphs>54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Wizemann, Erik</dc:creator>
  <cp:lastModifiedBy>Wizemann, Erik</cp:lastModifiedBy>
  <cp:revision>1</cp:revision>
  <dcterms:created xsi:type="dcterms:W3CDTF">2026-06-14T13:03:29Z</dcterms:created>
  <dcterms:modified xsi:type="dcterms:W3CDTF">2026-06-15T11:19:47Z</dcterms:modified>
</cp:coreProperties>
</file>